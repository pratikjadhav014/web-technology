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Nobile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98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289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79" y="589478"/>
            <a:ext cx="5287923" cy="705064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80190" y="2102525"/>
            <a:ext cx="6021943" cy="373142"/>
          </a:xfrm>
          <a:prstGeom prst="roundRect">
            <a:avLst>
              <a:gd name="adj" fmla="val 38297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399252" y="2162056"/>
            <a:ext cx="578381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D.K.T.E. SOCIETY'S TEXTILE AND ENGINEERING INSTITUTE, ICHALKARANJI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80190" y="2554962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MERN Stack Development — Internship Training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6280190" y="409277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Department of Computer Science &amp; Engineering | Artificial Intelligence and Machine Learning | Academic Year: 2025–2026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80190" y="4951095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Autonomous Institute, Affiliated to Shivaji University, Kolhapur | Accredited with 'A+' Grade by NAAC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280190" y="5809417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Under the guidance of Prof. Snehal Jadhav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4" y="574953"/>
            <a:ext cx="5309592" cy="70795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93393" y="653058"/>
            <a:ext cx="7526536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3B454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Introduction &amp; Problem Statement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6193393" y="1441609"/>
            <a:ext cx="7730014" cy="133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</a:t>
            </a:r>
            <a:r>
              <a:rPr lang="en-US" sz="13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 Learning Platform</a:t>
            </a: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is a full-stack SPA developed during a one-month internship at Sunbeam Infotech, Pune. It bridges the gap between educational administrators and students, providing a centralized environment for course discovery, enrollment, and video-based content delivery. Built on MERN-inspired stack — React.js (Vite), Node.js + Express.js, and MySQL — with JWT-based role-based access control.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193393" y="2955727"/>
            <a:ext cx="7730014" cy="1037153"/>
          </a:xfrm>
          <a:prstGeom prst="roundRect">
            <a:avLst>
              <a:gd name="adj" fmla="val 1058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170533" y="2955727"/>
            <a:ext cx="91440" cy="1037153"/>
          </a:xfrm>
          <a:prstGeom prst="roundRect">
            <a:avLst>
              <a:gd name="adj" fmla="val 173983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61522" y="3155275"/>
            <a:ext cx="335518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Manual &amp; Fragmented Records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61522" y="3525917"/>
            <a:ext cx="726233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 enrollments managed manually, making tracking inefficient and error-prone.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3393" y="4150281"/>
            <a:ext cx="7730014" cy="1037153"/>
          </a:xfrm>
          <a:prstGeom prst="roundRect">
            <a:avLst>
              <a:gd name="adj" fmla="val 1058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170533" y="4150281"/>
            <a:ext cx="91440" cy="1037153"/>
          </a:xfrm>
          <a:prstGeom prst="roundRect">
            <a:avLst>
              <a:gd name="adj" fmla="val 173983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61522" y="4349829"/>
            <a:ext cx="353996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No Centralized Content Platform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61522" y="4720471"/>
            <a:ext cx="726233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single system for students to browse, enroll, and access video lectures.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93393" y="5344835"/>
            <a:ext cx="7730014" cy="1037153"/>
          </a:xfrm>
          <a:prstGeom prst="roundRect">
            <a:avLst>
              <a:gd name="adj" fmla="val 1058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170533" y="5344835"/>
            <a:ext cx="91440" cy="1037153"/>
          </a:xfrm>
          <a:prstGeom prst="roundRect">
            <a:avLst>
              <a:gd name="adj" fmla="val 173983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461522" y="5544383"/>
            <a:ext cx="364867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Unprotected Content Distribution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61522" y="5915025"/>
            <a:ext cx="726233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Premium video content at risk of leakage without secure, enrollment-based access.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193393" y="6539389"/>
            <a:ext cx="7730014" cy="1037153"/>
          </a:xfrm>
          <a:prstGeom prst="roundRect">
            <a:avLst>
              <a:gd name="adj" fmla="val 1058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170533" y="6539389"/>
            <a:ext cx="91440" cy="1037153"/>
          </a:xfrm>
          <a:prstGeom prst="roundRect">
            <a:avLst>
              <a:gd name="adj" fmla="val 173983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461522" y="6738938"/>
            <a:ext cx="286107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0544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Lack of Role-Based Access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461522" y="7109579"/>
            <a:ext cx="726233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mechanism to separate admin operations from student-facing features.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05897"/>
            <a:ext cx="7338179" cy="474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3B454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Problem Solution &amp; Development Steps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1323737" y="1213366"/>
            <a:ext cx="11982807" cy="64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full-stack SPA was developed to unify course management, enrollment, video delivery, and user data into a single automated framework. Core solutions include </a:t>
            </a: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RBAC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with distinct admin/student interfaces, </a:t>
            </a: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JWT authentication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stateless session management, </a:t>
            </a: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video access expiry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via configurable windows, and a </a:t>
            </a:r>
            <a:r>
              <a:rPr lang="en-US" sz="11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structured MySQL schema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with proper Foreign Key relationships.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37" y="1987868"/>
            <a:ext cx="11982807" cy="51758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83155" y="5592090"/>
            <a:ext cx="1779226" cy="324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Database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183155" y="6008317"/>
            <a:ext cx="1779226" cy="68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Design MySQL schema with 4 tables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51749" y="5592090"/>
            <a:ext cx="1779225" cy="324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3B454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Frontend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751749" y="6008317"/>
            <a:ext cx="1779225" cy="68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 React.js and manage state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04530" y="2454906"/>
            <a:ext cx="1779226" cy="64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Requirements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904530" y="3195185"/>
            <a:ext cx="1779226" cy="457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Gather needs and plan scope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62503" y="2454906"/>
            <a:ext cx="1779225" cy="324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40544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Testing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962503" y="2871133"/>
            <a:ext cx="1779225" cy="457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Validate APIs with Postman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95806" y="2454906"/>
            <a:ext cx="1779225" cy="324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3B454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Backend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95806" y="2871133"/>
            <a:ext cx="1779225" cy="68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Node.js + Express REST APIs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23737" y="7294602"/>
            <a:ext cx="11982807" cy="429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team adopted an incremental approach — designing the database schema first, building backend APIs next, and finally integrating the React frontend. Each module was independently tested using Postman before integration.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0173"/>
            <a:ext cx="657260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Tools Used &amp; Technologies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2297906"/>
            <a:ext cx="6565106" cy="4551521"/>
          </a:xfrm>
          <a:prstGeom prst="roundRect">
            <a:avLst>
              <a:gd name="adj" fmla="val 6279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9273" y="24962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Core Tools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3004780"/>
            <a:ext cx="616839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MySQL</a:t>
            </a: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Relational database (sunbeam1) with four tables (users, course, student, videos) and Foreign Key constraints ensuring data consistency.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9273" y="4135993"/>
            <a:ext cx="616839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Postman</a:t>
            </a: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API testing tool used to send HTTP requests with/without JWT tokens, validate responses, and resolve backend issues (500 errors, connection failures, token authorization failures).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24962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Technology Stack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564874" y="3029664"/>
            <a:ext cx="3040499" cy="1857851"/>
          </a:xfrm>
          <a:prstGeom prst="roundRect">
            <a:avLst>
              <a:gd name="adj" fmla="val 961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63232" y="32280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Frontend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763232" y="3736538"/>
            <a:ext cx="264378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React 18 (Vite), React Router DOM, Axios, React Toastify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0803731" y="3029664"/>
            <a:ext cx="3040499" cy="1857851"/>
          </a:xfrm>
          <a:prstGeom prst="roundRect">
            <a:avLst>
              <a:gd name="adj" fmla="val 961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1002089" y="32280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Backend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002089" y="3736538"/>
            <a:ext cx="264378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Node.js, Express.js, JWT middleware (authUser), CORS, mysql2 pool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564874" y="5085874"/>
            <a:ext cx="6279356" cy="1540312"/>
          </a:xfrm>
          <a:prstGeom prst="roundRect">
            <a:avLst>
              <a:gd name="adj" fmla="val 11597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63232" y="52842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Database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763232" y="5792748"/>
            <a:ext cx="588264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MySQL — users, course, student, videos tables with FK relationships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1770"/>
            <a:ext cx="1037343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Working Methodology &amp; About the Project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98683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platform operates on a </a:t>
            </a: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Stateless System Architecture</a:t>
            </a: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the React.js frontend communicates with the Node.js/Express.js backend via JSON REST APIs, which interact with the MySQL database. The server maintains no user sessions; every protected request must include a valid JWT token in the header.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0915" y="3974544"/>
            <a:ext cx="6565106" cy="2473166"/>
          </a:xfrm>
          <a:prstGeom prst="roundRect">
            <a:avLst>
              <a:gd name="adj" fmla="val 11556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49273" y="417290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Admin Module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49273" y="4681418"/>
            <a:ext cx="616839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Accessible exclusively to admin-role users. Provides complete course and video lifecycle management — add, update, delete courses and videos, configure video expiry settings per course, and view all enrolled students.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417290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Student Module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4681418"/>
            <a:ext cx="62793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Students browse active courses, register with basic details (name, email, mobile), access enrolled courses via 'My Courses', watch YouTube-embedded lectures, and manage their profile. The React frontend dynamically switches layout based on the authenticated user's role.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5833"/>
            <a:ext cx="75028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Output Delivered &amp; Conclusion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22746"/>
            <a:ext cx="1407319" cy="869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9116" y="29227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For Administrators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2449116" y="3351967"/>
            <a:ext cx="47420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Full course management dashboard (add/update/delete with fees, dates, expiry settings), video management panel with YouTube URLs, and real-time enrolled students list.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144" y="2922746"/>
            <a:ext cx="1407438" cy="869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94589" y="29227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For Students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094589" y="3351967"/>
            <a:ext cx="47420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Responsive course catalog with details, self-enrollment form, secure 'My Courses' dashboard with YouTube-embedded lectures, and profile management with password change.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793790" y="4845368"/>
            <a:ext cx="13042821" cy="1478280"/>
          </a:xfrm>
          <a:prstGeom prst="roundRect">
            <a:avLst>
              <a:gd name="adj" fmla="val 12083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48" y="5133023"/>
            <a:ext cx="248007" cy="19835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38513" y="5093256"/>
            <a:ext cx="1219973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platform successfully modernizes the coaching institute experience using React.js (Vite), Node.js, Express.js, MySQL, and JWT authentication. Future enhancements include payment gateway integration, bcrypt password hashing, per-student video progress tracking, and cloud deployment.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56153"/>
            <a:ext cx="4806791" cy="60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3B454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About Our Roles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69025" y="1629370"/>
            <a:ext cx="13092351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Four specialized roles ensured efficient full-stack development and delivery.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69025" y="2141577"/>
            <a:ext cx="6453068" cy="2621637"/>
          </a:xfrm>
          <a:prstGeom prst="roundRect">
            <a:avLst>
              <a:gd name="adj" fmla="val 660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1885" y="2164437"/>
            <a:ext cx="6407348" cy="576739"/>
          </a:xfrm>
          <a:prstGeom prst="roundRect">
            <a:avLst>
              <a:gd name="adj" fmla="val 2524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84052" y="2927390"/>
            <a:ext cx="4798814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Tahir Handimalik — Backend Developer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4052" y="3339465"/>
            <a:ext cx="6023015" cy="90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Built Node.js/Express.js REST API server, all endpoints (auth, courses, videos, students, admin), JWT middleware (authUser), video expiry logic via DATEDIFF, and MySQL connection pool.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08307" y="2141577"/>
            <a:ext cx="6453068" cy="2621637"/>
          </a:xfrm>
          <a:prstGeom prst="roundRect">
            <a:avLst>
              <a:gd name="adj" fmla="val 6601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431167" y="2164437"/>
            <a:ext cx="6407348" cy="576739"/>
          </a:xfrm>
          <a:prstGeom prst="roundRect">
            <a:avLst>
              <a:gd name="adj" fmla="val 2524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623334" y="2927390"/>
            <a:ext cx="6023015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Shubham Davari — Tester &amp; Deployment Specialist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23334" y="3639860"/>
            <a:ext cx="6023015" cy="90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Comprehensive Postman API testing, simulated HTTP requests with/without tokens, resolved 500 errors and JWT failures, managed local deployment (npm start port 4000, npm run dev).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9025" y="4949428"/>
            <a:ext cx="6453068" cy="2624018"/>
          </a:xfrm>
          <a:prstGeom prst="roundRect">
            <a:avLst>
              <a:gd name="adj" fmla="val 6595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91885" y="4972288"/>
            <a:ext cx="6407348" cy="576739"/>
          </a:xfrm>
          <a:prstGeom prst="roundRect">
            <a:avLst>
              <a:gd name="adj" fmla="val 2524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84052" y="5735241"/>
            <a:ext cx="4546044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Sarthak Katkar — Frontend Developer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84052" y="6147316"/>
            <a:ext cx="6023015" cy="121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Built complete SPA in React 18 (Vite) — student pages (Home, Course Info, Enrollment, My Courses, Video Player, Profile) and admin pages (Dashboard, CRUD for courses/videos, Enrolled Students). Integrated Axios and React Router DOM.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08307" y="4949428"/>
            <a:ext cx="6453068" cy="2624018"/>
          </a:xfrm>
          <a:prstGeom prst="roundRect">
            <a:avLst>
              <a:gd name="adj" fmla="val 6595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431167" y="4972288"/>
            <a:ext cx="6407348" cy="576739"/>
          </a:xfrm>
          <a:prstGeom prst="roundRect">
            <a:avLst>
              <a:gd name="adj" fmla="val 2524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623334" y="5735241"/>
            <a:ext cx="5214104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Pratik Jadhav — Database &amp; Security Admin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7623334" y="6147316"/>
            <a:ext cx="6023015" cy="121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Designed MySQL schema (sunbeam1) with users, course, student, videos tables and FK constraints. Managed ENUM role field, video_expire_days column, JWT authentication, and CORS middleware.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921</Words>
  <Application>Microsoft Office PowerPoint</Application>
  <PresentationFormat>Custom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Merriweather Bold</vt:lpstr>
      <vt:lpstr>Arial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Shubham Davari</dc:creator>
  <cp:lastModifiedBy>Shubham Davari</cp:lastModifiedBy>
  <cp:revision>1</cp:revision>
  <dcterms:created xsi:type="dcterms:W3CDTF">2026-04-22T16:58:49Z</dcterms:created>
  <dcterms:modified xsi:type="dcterms:W3CDTF">2026-04-22T16:59:56Z</dcterms:modified>
</cp:coreProperties>
</file>